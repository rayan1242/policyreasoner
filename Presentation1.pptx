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44D8-5661-7FD0-113C-3E2CEC6CE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D7FBA-3329-2123-16CE-0A8F36369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39F4-91AF-070B-902F-5CDE3388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975AE-551A-EC1D-DF22-D25C9F20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1A51-8220-98DE-CBCF-C3575D62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6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9475-8CA5-AC38-E6CC-DA4F2E9F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EFF4-C349-C768-24FB-D65B3EA39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0A6B-F357-C467-A3EB-97D8A48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64A2-2576-1A07-9AD2-93620C9F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B0E3D-079C-65E4-0DED-ED9F39CC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5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F5FB-FF29-98AF-C180-F7AD9C22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B697F-D65F-D8AE-A742-5C9B1507A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B15D-D8F5-8E25-3A13-83308D36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E7637-1269-2798-F183-9294C22D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1FAE-08C1-A94E-73CB-F9A02E73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1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4167-3E76-E165-DBDA-F764590B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191E-FE21-0DBA-F78F-6B527369A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37F09-9592-21B9-3ADA-0592C0AF1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CA034-140E-7A5E-7CA2-FE77AB50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6F053-F523-A675-0681-92C9A794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4B0B6-BE78-2AA0-22EA-51B630BB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5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79B7-E9EB-3EA5-B8CD-ED101E83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5FA04-4544-30FC-FC77-01500ACC9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1740B-D8E0-6FFB-FB15-EF852FAB4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A72F4-200F-66C6-981A-DA8A4A9D3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BD97D-6CC3-2D12-FAAD-494DA8A5D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F931FA-7830-0443-3F27-BFF10087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FEF19-483E-3F38-3427-CFB24079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53013-03FE-9CFD-57C0-17D814C7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3CB0-46EF-D374-F42D-63C5591E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5170A-E649-E5D4-A405-18713064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9EC8-CDB6-E9C0-6235-1EBE207A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BC934-586E-B6C5-3294-E654F7B5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01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CE485-D742-D8FF-857E-002C8C7B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431C7E-02E7-8583-D824-8AE37178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3FA4-A5E0-1B7F-101A-687E1029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8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F604-7663-31D1-ED40-46ACBC5A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7EE4C-9E57-0B44-E2AD-CC5110693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DDC60-E4DF-DB4A-1834-E72AEAD64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F3208-E510-75C5-ADFA-4537967F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7CC99-E22F-9249-BDD4-EF352AAC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A386F-88F6-23C6-7959-FFD4364C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0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B7A1-CFDE-19C7-5DFA-67AF4D3D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1141E-3BD4-79D7-F4B7-B68D55244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37496-26C8-9944-8CB1-E34099BC7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07374-2D36-225C-0AE3-774E5F29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1DAAC-73BA-591F-8CFE-6E97692F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E9A06-B791-3C6E-C9DB-FA525B08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7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843B-06B7-A92C-49C8-A8D082F7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21475-F16A-6AC3-3A13-83661D563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60241-28FC-DB59-2B53-0CAA5832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0F90D-C556-565A-7206-5C4F689A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6B3F7-6EC2-253F-8109-DF3969F4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6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3B8648-4506-B5BE-FAB2-09021896C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3CA9B-655C-3D14-5FAD-010957C6F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125A-3FF1-4C45-707E-AE88D1BD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F03B8-FEB6-DED0-4B31-DF7034AB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00C56-7A8A-632F-F863-DB7FE390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90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CC665-01C6-40AE-2935-E23C8327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A5643-D569-492E-1687-4277B3AB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91639-237C-905B-5B25-95E235913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DA5B4-064E-470A-8345-BBA65B10E24E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9FED3-CEF2-3E2F-97A1-D24895E12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AFD3-A063-0AD3-ABB6-03D24A88A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525D9-A07A-40B7-98F2-A2A72B2DF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C0C102-EB80-4440-C439-94C849F0B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594" cy="6858000"/>
          </a:xfrm>
        </p:spPr>
      </p:pic>
    </p:spTree>
    <p:extLst>
      <p:ext uri="{BB962C8B-B14F-4D97-AF65-F5344CB8AC3E}">
        <p14:creationId xmlns:p14="http://schemas.microsoft.com/office/powerpoint/2010/main" val="420416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101C4-801E-F061-CE12-60B5FC924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60"/>
            <a:ext cx="12192000" cy="6860360"/>
          </a:xfrm>
        </p:spPr>
      </p:pic>
    </p:spTree>
    <p:extLst>
      <p:ext uri="{BB962C8B-B14F-4D97-AF65-F5344CB8AC3E}">
        <p14:creationId xmlns:p14="http://schemas.microsoft.com/office/powerpoint/2010/main" val="75306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A4787-89FF-4340-F0FA-4365FF2DF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524" cy="6858000"/>
          </a:xfrm>
        </p:spPr>
      </p:pic>
    </p:spTree>
    <p:extLst>
      <p:ext uri="{BB962C8B-B14F-4D97-AF65-F5344CB8AC3E}">
        <p14:creationId xmlns:p14="http://schemas.microsoft.com/office/powerpoint/2010/main" val="360923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E9EA8-2873-C1C7-8316-877D245E4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8812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EFBE47-2562-139F-2908-39C51CD5B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6264" cy="6858000"/>
          </a:xfrm>
        </p:spPr>
      </p:pic>
    </p:spTree>
    <p:extLst>
      <p:ext uri="{BB962C8B-B14F-4D97-AF65-F5344CB8AC3E}">
        <p14:creationId xmlns:p14="http://schemas.microsoft.com/office/powerpoint/2010/main" val="392073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C7BE6-BE9E-AE58-90BC-43F8331CB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206" y="94268"/>
            <a:ext cx="12234215" cy="6858000"/>
          </a:xfrm>
        </p:spPr>
      </p:pic>
    </p:spTree>
    <p:extLst>
      <p:ext uri="{BB962C8B-B14F-4D97-AF65-F5344CB8AC3E}">
        <p14:creationId xmlns:p14="http://schemas.microsoft.com/office/powerpoint/2010/main" val="178385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3A4EB-2551-8EB6-83AD-EB51894B5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2895"/>
          </a:xfrm>
        </p:spPr>
      </p:pic>
    </p:spTree>
    <p:extLst>
      <p:ext uri="{BB962C8B-B14F-4D97-AF65-F5344CB8AC3E}">
        <p14:creationId xmlns:p14="http://schemas.microsoft.com/office/powerpoint/2010/main" val="390954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3D07F-5839-CBD0-0457-3B429BC60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8836" cy="6858000"/>
          </a:xfrm>
        </p:spPr>
      </p:pic>
    </p:spTree>
    <p:extLst>
      <p:ext uri="{BB962C8B-B14F-4D97-AF65-F5344CB8AC3E}">
        <p14:creationId xmlns:p14="http://schemas.microsoft.com/office/powerpoint/2010/main" val="164068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6D334B-1E94-E13A-1B77-A76E53978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2509" cy="6858000"/>
          </a:xfrm>
        </p:spPr>
      </p:pic>
    </p:spTree>
    <p:extLst>
      <p:ext uri="{BB962C8B-B14F-4D97-AF65-F5344CB8AC3E}">
        <p14:creationId xmlns:p14="http://schemas.microsoft.com/office/powerpoint/2010/main" val="366248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DC8DE6-3CCC-F8AE-D1CD-507BAECB9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1565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Rayyan Imtiyaz Maindargi</dc:creator>
  <cp:lastModifiedBy>Rayyan Imtiyaz Maindargi</cp:lastModifiedBy>
  <cp:revision>2</cp:revision>
  <dcterms:created xsi:type="dcterms:W3CDTF">2026-06-28T20:56:34Z</dcterms:created>
  <dcterms:modified xsi:type="dcterms:W3CDTF">2026-06-29T00:44:59Z</dcterms:modified>
</cp:coreProperties>
</file>